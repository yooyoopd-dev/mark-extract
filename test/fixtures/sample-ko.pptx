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노트다. 이 줄이 마크다운에 나와야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문서 변환 시험 자료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이 문서는 Mark Extract의 어댑터를 시험하기 위해 만든 자료다. 한국어와 English가 섞여 있으며, 제목 계층과 표가 마크다운으로 어떻게 넘어오는지 확인한다.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엔진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opendataloader-pdf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레이아웃 분석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kordoc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순수 JS 경로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PPTX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자체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markitdown 규칙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목록과 숫자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첫 번째 항목</a:t>
            </a:r>
          </a:p>
          <a:p>
            <a:pPr>
              <a:defRPr sz="1800"/>
            </a:pPr>
            <a:r>
              <a:t>두 번째 항목 — 특수문자 · 포함</a:t>
            </a:r>
          </a:p>
          <a:p>
            <a:pPr>
              <a:defRPr sz="1800"/>
            </a:pPr>
            <a:r>
              <a:t>세 번째 항목</a:t>
            </a:r>
          </a:p>
          <a:p>
            <a:pPr>
              <a:defRPr sz="1800"/>
            </a:pPr>
            <a:r>
              <a:t>금액 1,234,567원 · 비율 45.6% · 날짜 2026-09-16 · 괄호 (참고) · 따옴표 “인용”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