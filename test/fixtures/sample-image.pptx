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첫째 슬라이드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160000"/>
            <a:ext cx="2880000" cy="1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440000"/>
            <a:ext cx="2880000" cy="1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